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3" name="Shape 1"/>
          <p:cNvSpPr/>
          <p:nvPr/>
        </p:nvSpPr>
        <p:spPr>
          <a:xfrm>
            <a:off x="793699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4" name="Shape 2"/>
          <p:cNvSpPr/>
          <p:nvPr/>
        </p:nvSpPr>
        <p:spPr>
          <a:xfrm>
            <a:off x="1084478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5" name="Shape 3"/>
          <p:cNvSpPr/>
          <p:nvPr/>
        </p:nvSpPr>
        <p:spPr>
          <a:xfrm>
            <a:off x="1375258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6" name="Shape 4"/>
          <p:cNvSpPr/>
          <p:nvPr/>
        </p:nvSpPr>
        <p:spPr>
          <a:xfrm>
            <a:off x="1666037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7" name="Shape 5"/>
          <p:cNvSpPr/>
          <p:nvPr/>
        </p:nvSpPr>
        <p:spPr>
          <a:xfrm>
            <a:off x="1956816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8" name="Shape 6"/>
          <p:cNvSpPr/>
          <p:nvPr/>
        </p:nvSpPr>
        <p:spPr>
          <a:xfrm>
            <a:off x="2247595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9" name="Shape 7"/>
          <p:cNvSpPr/>
          <p:nvPr/>
        </p:nvSpPr>
        <p:spPr>
          <a:xfrm>
            <a:off x="2538374" y="502920"/>
            <a:ext cx="219456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Shape 8"/>
          <p:cNvSpPr/>
          <p:nvPr/>
        </p:nvSpPr>
        <p:spPr>
          <a:xfrm>
            <a:off x="2829154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1" name="Shape 9"/>
          <p:cNvSpPr/>
          <p:nvPr/>
        </p:nvSpPr>
        <p:spPr>
          <a:xfrm>
            <a:off x="3119933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0712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1491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4" name="Shape 12"/>
          <p:cNvSpPr/>
          <p:nvPr/>
        </p:nvSpPr>
        <p:spPr>
          <a:xfrm>
            <a:off x="3992270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83050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3829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864608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8" name="Shape 16"/>
          <p:cNvSpPr/>
          <p:nvPr/>
        </p:nvSpPr>
        <p:spPr>
          <a:xfrm>
            <a:off x="5155387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6166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0" name="Shape 18"/>
          <p:cNvSpPr/>
          <p:nvPr/>
        </p:nvSpPr>
        <p:spPr>
          <a:xfrm>
            <a:off x="5736946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1" name="Shape 19"/>
          <p:cNvSpPr/>
          <p:nvPr/>
        </p:nvSpPr>
        <p:spPr>
          <a:xfrm>
            <a:off x="6027725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2" name="Shape 20"/>
          <p:cNvSpPr/>
          <p:nvPr/>
        </p:nvSpPr>
        <p:spPr>
          <a:xfrm>
            <a:off x="6318504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09283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0062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5" name="Shape 23"/>
          <p:cNvSpPr/>
          <p:nvPr/>
        </p:nvSpPr>
        <p:spPr>
          <a:xfrm>
            <a:off x="7190842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6" name="Shape 24"/>
          <p:cNvSpPr/>
          <p:nvPr/>
        </p:nvSpPr>
        <p:spPr>
          <a:xfrm>
            <a:off x="7481621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3179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9" name="Shape 27"/>
          <p:cNvSpPr/>
          <p:nvPr/>
        </p:nvSpPr>
        <p:spPr>
          <a:xfrm>
            <a:off x="8353958" y="502920"/>
            <a:ext cx="219456" cy="146304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713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of 28 — where the steering vector goes 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141732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 Steering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Edge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502920" y="30632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steering-vector POC on Qwen3-0.6B, with an NPU-ready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and an honest path to Snapdragon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4160520" cy="566928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3977640"/>
            <a:ext cx="64008" cy="56692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3977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steered = hidden + α · mask · v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17920" y="4681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POC ·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INTERVENTION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vector, three moving parts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04088" y="2267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596896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verbose/concise contrast pairs.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activation difference at a decoder layer's residual-stream output, last token. 20% held 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64008" cy="237744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93008" y="2267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2596896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 adds α · v to the layer output — out-of-place, KV-cache-safe, works through prefill [B,T,D] and decode [B,1,D].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5603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64008" cy="2377440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53619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A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81928" y="2267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2596896"/>
            <a:ext cx="2148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live dose dial: negative = concise, positive = verbose. α = 0 is bit-exact identity (0.00e+00 measured).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Qwen/Qwen3-0.6B (Apache-2.0) · 28 layers, hidden 1024 · greedy decoding · vectors saved with revision, dataset SHA-256, capture point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 follows the dial</a:t>
            </a:r>
            <a:endParaRPr lang="en-US" sz="2700" dirty="0"/>
          </a:p>
        </p:txBody>
      </p:sp>
      <p:pic>
        <p:nvPicPr>
          <p:cNvPr id="4" name="Image 0" descr="C:/Users/shubh/Downloads/qcom_hackathon/artifacts/dose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758856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80560"/>
            <a:ext cx="475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Δ words vs α = 0 · 32 prompts · 95% bootstrap CIs · censored generations excluded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23560" y="137160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1371600"/>
            <a:ext cx="64008" cy="65836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5"/>
          <p:cNvSpPr/>
          <p:nvPr/>
        </p:nvSpPr>
        <p:spPr>
          <a:xfrm>
            <a:off x="5824728" y="1435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−46 words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24728" y="17465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α = −4, CI [−64.5, −28.8]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23560" y="209397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093976"/>
            <a:ext cx="64008" cy="65836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2" name="Text 9"/>
          <p:cNvSpPr/>
          <p:nvPr/>
        </p:nvSpPr>
        <p:spPr>
          <a:xfrm>
            <a:off x="5824728" y="21579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+26 words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824728" y="246888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α = +4, CI [+7.4, +43.1]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23560" y="281635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23560" y="2816352"/>
            <a:ext cx="64008" cy="658368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6" name="Text 13"/>
          <p:cNvSpPr/>
          <p:nvPr/>
        </p:nvSpPr>
        <p:spPr>
          <a:xfrm>
            <a:off x="5824728" y="2880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+0.25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24728" y="3191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Spearman(α, words), n = 214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23560" y="35387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23560" y="3538728"/>
            <a:ext cx="64008" cy="65836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0" name="Text 17"/>
          <p:cNvSpPr/>
          <p:nvPr/>
        </p:nvSpPr>
        <p:spPr>
          <a:xfrm>
            <a:off x="5824728" y="3602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0.00e+00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24728" y="391363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zero-dose deviation, all layers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2356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14 &amp; 21: weak/null at unit norm — shown, not hidden.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 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truncated answer counts as short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64008" cy="74980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898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CENSORING-AWARE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37160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logs token IDs, generated_tokens, reached_eos, hit_max_new_tokens (cap 512). Truncated outputs are excluded from word stats — never reported as their "length".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8138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212848"/>
            <a:ext cx="64008" cy="74980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3042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PAIRED + BOOTSTRAP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28600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Word-count change is paired per prompt against α = 0; means carry 95% percentile bootstrap CIs (10k resamples). Trend tested with Spearman rank correlation.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3127248"/>
            <a:ext cx="8138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27248"/>
            <a:ext cx="64008" cy="749808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186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7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FLUENCY GUARD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20040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 of steered text under the unsteered model stays 0.38–0.42 nats/token at every α — style changes, coherence doesn't.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4041648"/>
            <a:ext cx="81381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041648"/>
            <a:ext cx="64008" cy="749808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330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UNIT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411480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Zero-α identity, hook cleanup on exception, causality of last-token injection, ONNX parity, censoring accounting, split-model parity — all green, no model download needed.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NPU-READY OPERATOR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intervention is Mul + Add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005840" cy="402336"/>
          </a:xfrm>
          <a:prstGeom prst="rect">
            <a:avLst/>
          </a:prstGeom>
          <a:solidFill>
            <a:srgbClr val="CFE3F8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67128"/>
            <a:ext cx="1005840" cy="402336"/>
          </a:xfrm>
          <a:prstGeom prst="rect">
            <a:avLst/>
          </a:prstGeom>
          <a:solidFill>
            <a:srgbClr val="CFE3F8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671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 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734056"/>
            <a:ext cx="1005840" cy="402336"/>
          </a:xfrm>
          <a:prstGeom prst="rect">
            <a:avLst/>
          </a:prstGeom>
          <a:solidFill>
            <a:srgbClr val="CFE3F8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34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α, mask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167128"/>
            <a:ext cx="777240" cy="402336"/>
          </a:xfrm>
          <a:prstGeom prst="rect">
            <a:avLst/>
          </a:prstGeom>
          <a:solidFill>
            <a:srgbClr val="2A78D6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1671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883664"/>
            <a:ext cx="777240" cy="402336"/>
          </a:xfrm>
          <a:prstGeom prst="rect">
            <a:avLst/>
          </a:prstGeom>
          <a:solidFill>
            <a:srgbClr val="1BAF7A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8836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883664"/>
            <a:ext cx="960120" cy="402336"/>
          </a:xfrm>
          <a:prstGeom prst="rect">
            <a:avLst/>
          </a:prstGeom>
          <a:solidFill>
            <a:srgbClr val="CFE3F8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8366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08760" y="1801368"/>
            <a:ext cx="1600200" cy="237744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2368296"/>
            <a:ext cx="365760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8760" y="2935224"/>
            <a:ext cx="749808" cy="-36576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368296"/>
            <a:ext cx="457200" cy="-219456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084832"/>
            <a:ext cx="457200" cy="0"/>
          </a:xfrm>
          <a:prstGeom prst="line">
            <a:avLst/>
          </a:prstGeom>
          <a:noFill/>
          <a:ln w="19050">
            <a:solidFill>
              <a:srgbClr val="8987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74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at [1,16,1024] (prefill), [1,1,1024] (decode), and dynamic-T.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α, mask are runtime inputs — no recompile to change dose.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Opset 17, classic exporter; every graph passes onnx.checker.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078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PARITY VS PYTORCH FP32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137160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 CPU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50024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bit-exact (0.0)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1828800"/>
            <a:ext cx="3108960" cy="4572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0136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FP16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5002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2.3e-03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32120" y="228600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0136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vector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50024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~25x below signal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2743200"/>
            <a:ext cx="3108960" cy="457200"/>
          </a:xfrm>
          <a:prstGeom prst="rect">
            <a:avLst/>
          </a:prstGeom>
          <a:solidFill>
            <a:srgbClr val="FCFCFB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0136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QDQ INT8 (real)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50024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3.8e-02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3200400"/>
            <a:ext cx="3108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0136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identity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50024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 (FP32, INT8-v)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3212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standalone-op quantization ≠ full-LLM quantization.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QUALCOMM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Snapdragon path, as it really 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64008" cy="9144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8988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· VERIFIED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371600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 Workbench, run end-to-end on a Snapdragon X Elite CRD: compile → link → on-device inference (fp16-exact vs local ORT) → profile. All 5 ops on the NPU, est. 180 µs, ~14 MB peak. qai-hub 0.52.0 pinned; opt-in via --submit.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40864"/>
            <a:ext cx="64008" cy="914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3230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SCRIPTED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414016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QAIRT flow is discovery-driven: reads SDK version, derives flags from each tool's --help, runs contexts via qnn-net-run --retrieve_context. Without an SDK it prints templates marked UNVALIDATED.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8138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383280"/>
            <a:ext cx="64008" cy="914400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74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7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456432"/>
            <a:ext cx="5852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Hub's Qwen3-0.6B ships only as GGUF Q4_0 under llama.cpp (GenieX) — no editable QNN graph. Editable recipes: Llama-3.2-1B / Qwen3-1.7B+, where the residual stream crosses split boundaries as graph I/O.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pinned environments: model/eval (Win, py3.13, requirements.lock.txt) · Qualcomm tooling (WSL, py3.10, requirements-qualcomm.lock.txt)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COMPUTE · VERIFIED 2026-07-21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LLM, two Snapdragons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1089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481328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99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· 8 ELITE QRD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792224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Qwen3-0.6B embed + layers 0–13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829/829 ops on NPU · 6.1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 118 MB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75888" y="2011680"/>
            <a:ext cx="1335024" cy="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639312" y="2121408"/>
            <a:ext cx="138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state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[1,32,1024]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KB/token fp16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74920" y="1371600"/>
            <a:ext cx="356616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74920" y="1371600"/>
            <a:ext cx="64008" cy="148132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5321808" y="1499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 · X ELITE CRD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792224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14–27 + norm + LM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832/832 ops on NPU · 16.4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memory 36 MB · LM head dominates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64008" cy="9144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token agreement with local fp32, all 32 positions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32004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3200400"/>
            <a:ext cx="64008" cy="91440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fp16-exact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29000" y="36210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crossing: 6.4e-4 relative err on 6,520-scale outliers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32004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3200400"/>
            <a:ext cx="64008" cy="914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 2.1e-5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72200" y="36210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last-position distribution vs single-device reference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Honesty: AI Hub has no device-to-device transport — the cloud round trip stood in for the network. Functional viability on real silicon is proven; live transport latency, streaming KV-cached decode, and power are not. Fixed-shape prompt graphs (T=32).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HONESTY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claim — and what we don't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24612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DEMONSTRATED (ran here)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with CIs excluding zero (layer 7)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 → bit-exact identity, hooks exception-safe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Mul/Add graph: bit-exact ORT parity; survives FP16 / INT8 / QDQ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op on X Elite via AI Hub: 100% NPU, 180 µs, fp16-exact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Qwen3-0.6B split across phone + laptop NPUs: 100% token agreement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38/38 tests, pinned deps, reproducible artifacts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64008" cy="3246120"/>
          </a:xfrm>
          <a:prstGeom prst="rect">
            <a:avLst/>
          </a:prstGeom>
          <a:solidFill>
            <a:srgbClr val="E34948"/>
          </a:solidFill>
          <a:ln/>
        </p:spPr>
      </p:sp>
      <p:sp>
        <p:nvSpPr>
          <p:cNvPr id="10" name="Text 8"/>
          <p:cNvSpPr/>
          <p:nvPr/>
        </p:nvSpPr>
        <p:spPr>
          <a:xfrm>
            <a:off x="4956048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349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YET (integration work needed)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429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inside Qualcomm's deployed LLM (Genie / GenieX)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split-boundary intervention — proposed, unverified (raw-QNN loop + uint16 activation encodings unproven)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cross-device transport &amp; streaming decode — cloud round trip stood in for the network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Full-LLM latency / power; thermals on cloud-hosted CRDs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BA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FIVE-MINUTE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it steer, then see the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" cy="502920"/>
          </a:xfrm>
          <a:prstGeom prst="rect">
            <a:avLst/>
          </a:prstGeom>
          <a:solidFill>
            <a:srgbClr val="2446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-q — 38 green, incl. zero-α identity and split-model parity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731520" cy="502920"/>
          </a:xfrm>
          <a:prstGeom prst="rect">
            <a:avLst/>
          </a:prstGeom>
          <a:solidFill>
            <a:srgbClr val="2446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99339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one prompt at α = −4 / 0 / +4 — concise → verbose, truncation flags shown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69464"/>
            <a:ext cx="731520" cy="502920"/>
          </a:xfrm>
          <a:prstGeom prst="rect">
            <a:avLst/>
          </a:prstGeom>
          <a:solidFill>
            <a:srgbClr val="2446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694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56946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plot: CIs, ρ = +0.25, weak layers included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731520" cy="502920"/>
          </a:xfrm>
          <a:prstGeom prst="rect">
            <a:avLst/>
          </a:prstGeom>
          <a:solidFill>
            <a:srgbClr val="244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45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1455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ONNX graph in Netron: two ops, runtime α and vector; parity + INT8 table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21608"/>
            <a:ext cx="731520" cy="502920"/>
          </a:xfrm>
          <a:prstGeom prst="rect">
            <a:avLst/>
          </a:prstGeom>
          <a:solidFill>
            <a:srgbClr val="24466E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216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E0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 job pages: steering op on X Elite (100% NPU, 180 µs) + the phone→laptop split run (100% token match)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solidFill>
            <a:srgbClr val="1B3355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434840"/>
            <a:ext cx="64008" cy="502920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434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experiment:  </a:t>
            </a:r>
            <a:pPr indent="0" marL="0">
              <a:buNone/>
            </a:pPr>
            <a:r>
              <a:rPr lang="en-US" sz="1200" dirty="0">
                <a:solidFill>
                  <a:srgbClr val="CF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steering Add into qai-hub-models' Llama-3.2-1B export and recompile one split — steering inside the deployed LLM.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Activation Steering on the Edge</dc:title>
  <dc:subject>PptxGenJS Presentation</dc:subject>
  <dc:creator>PptxGenJS</dc:creator>
  <cp:lastModifiedBy>PptxGenJS</cp:lastModifiedBy>
  <cp:revision>1</cp:revision>
  <dcterms:created xsi:type="dcterms:W3CDTF">2026-07-22T05:01:42Z</dcterms:created>
  <dcterms:modified xsi:type="dcterms:W3CDTF">2026-07-22T05:01:42Z</dcterms:modified>
</cp:coreProperties>
</file>